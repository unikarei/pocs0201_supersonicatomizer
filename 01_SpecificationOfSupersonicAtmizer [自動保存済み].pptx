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B5C83-8580-14A7-475C-CB2E3E8A4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85AEBA-DD04-40E9-9569-CA4E0927D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C04B2-3424-CE29-EAA6-14F350ED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D5D62A-E3DB-260B-2831-38CBC3F0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8E238E-261C-B5B4-8410-31D37C7A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643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1320B-60C8-DDCB-9578-45D16436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6" y="87724"/>
            <a:ext cx="11733087" cy="497904"/>
          </a:xfrm>
        </p:spPr>
        <p:txBody>
          <a:bodyPr/>
          <a:lstStyle>
            <a:lvl1pPr>
              <a:defRPr sz="2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88C799-6A1A-3EAE-6A26-55031187E512}"/>
              </a:ext>
            </a:extLst>
          </p:cNvPr>
          <p:cNvCxnSpPr/>
          <p:nvPr userDrawn="1"/>
        </p:nvCxnSpPr>
        <p:spPr>
          <a:xfrm>
            <a:off x="164387" y="585628"/>
            <a:ext cx="117330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0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4316C-DEAC-4D3F-4BBF-DD5EAD93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968394-D653-9BBA-65D6-A9C9BD2FE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9CDC3B-C104-8C14-881A-A8F859D8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5813A8-96BC-1786-64EC-848E6464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06FBE8-2228-BF7D-3AEE-65F29344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37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6E6AB-7038-66D7-980A-509E7B228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E7D058-582D-8B0D-5D49-FC2F32890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77BC41-F832-8F67-B5CE-365C998A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EA0FE6-7380-F559-96C0-8CB9FD55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28EC73-FA1F-C1D6-6F69-A7FF0CB7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206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0861C-295E-778F-B0C5-F73DE6D2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5850E9-B4FA-5AC9-4B4E-134E21B1F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ABD5CE-943A-E60A-16D8-1585F2D1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9EBEDF-38BA-5738-F2E8-B5AABA54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F14163-4056-B02D-1D08-7BB65AC18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4DFD57-C140-1E54-95D9-84052499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41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38E88F-0125-B027-F74C-D129FB97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9550B3-E6A9-E6AE-A4A0-6B8BFC22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9DC6A9-F96F-8D6E-E626-F6B3250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A4CEBBB-79D9-647F-611B-9A744490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65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36F6E0-188E-7A71-8448-B22B9E1C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EB18CB-F4EB-5EA1-CD62-5F12FAC2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7ABE81-09CF-4B21-C1F0-102B357A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39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4BB45-0E9B-7A54-0D60-04E77C76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4D80D5-C09C-7A26-9B8D-BDF72C18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9292C-3449-D6FF-9178-54D13159C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371088-58CA-DC34-4786-1B517B54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E75268-FB00-8D3B-F24C-67741FF6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4C7202-C12B-7488-B640-717DFE36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18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198460-FFFA-1425-AC2E-0710DCDE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EB27AD-09FA-F5CC-DFBF-AC9B6E750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6260FE-C2B4-D38E-8A72-D3E9E4FA9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6DED60-D4C2-CE15-36EF-C9489505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40B32A-BEB0-9737-01C6-89588FB96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0BEFAC-7212-7E50-ECFC-2C7D139E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07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0A1BC9-A38F-4334-F630-FE350814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3D5D0D-B112-ED3D-0A02-A01156A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D8E254-F66C-63FC-0A39-FE40B135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5D89AA-5A4D-8B84-0E72-8C2E9A9B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F67E48-07DA-C0EF-4E8E-B59521CC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39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56EB78-C128-A540-81AE-B1C07AE86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D48E44-819F-03B6-5A0C-8E2A3C2BF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45CF3D-5AC9-5ADD-3531-899AFC34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91A85A-D8A4-7B2E-E641-F315C72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28208-0178-9902-4017-677C8DE09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752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141582-1BA5-5D52-6976-DC27D77D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55980B-3CE6-80AD-A263-199B439EF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EC311E-2EC5-83B4-35EB-0132F442F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3F449D-9351-A56B-F0AF-CFA886798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BDB89D-7FBB-9D50-7602-377D4F392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27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3DD1E5-736B-D180-F868-E82E6E534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Simulator Specification of Supersonic Atomizer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272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EE68A60F-C7CC-FCC1-789D-97CC27C1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Analysis System</a:t>
            </a:r>
            <a:endParaRPr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26A458B-8FD8-AE1B-A1FF-EC1DA50F4E7A}"/>
              </a:ext>
            </a:extLst>
          </p:cNvPr>
          <p:cNvCxnSpPr/>
          <p:nvPr/>
        </p:nvCxnSpPr>
        <p:spPr>
          <a:xfrm>
            <a:off x="3755987" y="2440508"/>
            <a:ext cx="6182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EB76ADC7-2FCA-529F-3DB5-AF4782A037E2}"/>
              </a:ext>
            </a:extLst>
          </p:cNvPr>
          <p:cNvSpPr/>
          <p:nvPr/>
        </p:nvSpPr>
        <p:spPr>
          <a:xfrm>
            <a:off x="3696352" y="1426717"/>
            <a:ext cx="6192079" cy="494792"/>
          </a:xfrm>
          <a:custGeom>
            <a:avLst/>
            <a:gdLst>
              <a:gd name="csX0" fmla="*/ 0 w 6192079"/>
              <a:gd name="csY0" fmla="*/ 0 h 494792"/>
              <a:gd name="csX1" fmla="*/ 1202635 w 6192079"/>
              <a:gd name="csY1" fmla="*/ 447261 h 494792"/>
              <a:gd name="csX2" fmla="*/ 2892287 w 6192079"/>
              <a:gd name="csY2" fmla="*/ 457200 h 494792"/>
              <a:gd name="csX3" fmla="*/ 3597966 w 6192079"/>
              <a:gd name="csY3" fmla="*/ 228600 h 494792"/>
              <a:gd name="csX4" fmla="*/ 3886200 w 6192079"/>
              <a:gd name="csY4" fmla="*/ 69574 h 494792"/>
              <a:gd name="csX5" fmla="*/ 4214192 w 6192079"/>
              <a:gd name="csY5" fmla="*/ 59635 h 494792"/>
              <a:gd name="csX6" fmla="*/ 5068957 w 6192079"/>
              <a:gd name="csY6" fmla="*/ 188844 h 494792"/>
              <a:gd name="csX7" fmla="*/ 5337314 w 6192079"/>
              <a:gd name="csY7" fmla="*/ 397565 h 494792"/>
              <a:gd name="csX8" fmla="*/ 6192079 w 6192079"/>
              <a:gd name="csY8" fmla="*/ 447261 h 494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192079" h="494792">
                <a:moveTo>
                  <a:pt x="0" y="0"/>
                </a:moveTo>
                <a:cubicBezTo>
                  <a:pt x="360293" y="185530"/>
                  <a:pt x="720587" y="371061"/>
                  <a:pt x="1202635" y="447261"/>
                </a:cubicBezTo>
                <a:cubicBezTo>
                  <a:pt x="1684683" y="523461"/>
                  <a:pt x="2493065" y="493643"/>
                  <a:pt x="2892287" y="457200"/>
                </a:cubicBezTo>
                <a:cubicBezTo>
                  <a:pt x="3291509" y="420757"/>
                  <a:pt x="3432314" y="293204"/>
                  <a:pt x="3597966" y="228600"/>
                </a:cubicBezTo>
                <a:cubicBezTo>
                  <a:pt x="3763618" y="163996"/>
                  <a:pt x="3783496" y="97735"/>
                  <a:pt x="3886200" y="69574"/>
                </a:cubicBezTo>
                <a:cubicBezTo>
                  <a:pt x="3988904" y="41413"/>
                  <a:pt x="4017066" y="39757"/>
                  <a:pt x="4214192" y="59635"/>
                </a:cubicBezTo>
                <a:cubicBezTo>
                  <a:pt x="4411318" y="79513"/>
                  <a:pt x="4881770" y="132522"/>
                  <a:pt x="5068957" y="188844"/>
                </a:cubicBezTo>
                <a:cubicBezTo>
                  <a:pt x="5256144" y="245166"/>
                  <a:pt x="5150127" y="354496"/>
                  <a:pt x="5337314" y="397565"/>
                </a:cubicBezTo>
                <a:cubicBezTo>
                  <a:pt x="5524501" y="440634"/>
                  <a:pt x="5858290" y="443947"/>
                  <a:pt x="6192079" y="44726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2EC38C0-4EC5-87FA-D6ED-B43195349C4C}"/>
              </a:ext>
            </a:extLst>
          </p:cNvPr>
          <p:cNvCxnSpPr>
            <a:cxnSpLocks/>
          </p:cNvCxnSpPr>
          <p:nvPr/>
        </p:nvCxnSpPr>
        <p:spPr>
          <a:xfrm flipV="1">
            <a:off x="11006834" y="771437"/>
            <a:ext cx="0" cy="35350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B4ED5F7-70CB-8462-6E11-73946FBC5D7D}"/>
              </a:ext>
            </a:extLst>
          </p:cNvPr>
          <p:cNvSpPr txBox="1"/>
          <p:nvPr/>
        </p:nvSpPr>
        <p:spPr>
          <a:xfrm>
            <a:off x="302390" y="3576012"/>
            <a:ext cx="107044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入り口から作動流体（</a:t>
            </a:r>
            <a:r>
              <a:rPr lang="en-US" altLang="ja-JP" b="1" dirty="0"/>
              <a:t>air or steam)</a:t>
            </a:r>
            <a:r>
              <a:rPr lang="ja-JP" altLang="en-US" b="1" dirty="0"/>
              <a:t>と水滴が流入し作動流体により液滴が微細化される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シミュレータでは、作動流体速度、液滴速度、液滴粒径（特に最大粒径）などを計算し、</a:t>
            </a:r>
            <a:r>
              <a:rPr lang="en-US" altLang="ja-JP" b="1" dirty="0"/>
              <a:t>X</a:t>
            </a:r>
            <a:r>
              <a:rPr lang="ja-JP" altLang="en-US" b="1" dirty="0"/>
              <a:t>軸に対する値をグラフ化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Quasi-1D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Input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Inlet total-pressure , inlet total temperature , outlet static pressure , (inlet wetness)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Area distribution along x-axis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Thermodynamic properties</a:t>
            </a:r>
            <a:r>
              <a:rPr lang="en-US" altLang="ja-JP" dirty="0"/>
              <a:t>:</a:t>
            </a:r>
            <a:r>
              <a:rPr kumimoji="1" lang="ja-JP" altLang="en-US" dirty="0"/>
              <a:t>（</a:t>
            </a:r>
            <a:r>
              <a:rPr kumimoji="1" lang="en-US" altLang="ja-JP" dirty="0"/>
              <a:t>air or steam(if97)) , </a:t>
            </a:r>
            <a:r>
              <a:rPr lang="en-US" altLang="ja-JP" b="1" dirty="0"/>
              <a:t>Equilibrium steam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690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056B3-C196-8C7B-E959-AF9834EE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Technical Term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68C747-AFA3-9498-0F4E-34671878605D}"/>
              </a:ext>
            </a:extLst>
          </p:cNvPr>
          <p:cNvSpPr txBox="1"/>
          <p:nvPr/>
        </p:nvSpPr>
        <p:spPr>
          <a:xfrm>
            <a:off x="0" y="1187919"/>
            <a:ext cx="10704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b="1" dirty="0"/>
              <a:t>コード更新時</a:t>
            </a:r>
            <a:endParaRPr kumimoji="1"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 b="1" dirty="0"/>
              <a:t>コード更新時は、関連ドキュメントも更新</a:t>
            </a:r>
            <a:endParaRPr kumimoji="1"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TASK</a:t>
            </a:r>
            <a:r>
              <a:rPr lang="ja-JP" altLang="en-US" b="1" dirty="0"/>
              <a:t>に沿って実装しているときは、実装後に</a:t>
            </a:r>
            <a:r>
              <a:rPr lang="en-US" altLang="ja-JP" b="1" dirty="0"/>
              <a:t>TASK</a:t>
            </a:r>
            <a:r>
              <a:rPr lang="ja-JP" altLang="en-US" b="1" dirty="0"/>
              <a:t>完了チェックを入れること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4BD6DE-9EE1-CB30-5694-9120D59E71A0}"/>
              </a:ext>
            </a:extLst>
          </p:cNvPr>
          <p:cNvSpPr txBox="1"/>
          <p:nvPr/>
        </p:nvSpPr>
        <p:spPr>
          <a:xfrm>
            <a:off x="0" y="2990539"/>
            <a:ext cx="107044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UI</a:t>
            </a:r>
            <a:r>
              <a:rPr lang="ja-JP" altLang="en-US" b="1" dirty="0"/>
              <a:t>作成</a:t>
            </a:r>
            <a:endParaRPr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 b="1" dirty="0"/>
              <a:t>左の固定欄：解析ケース選択、</a:t>
            </a:r>
            <a:r>
              <a:rPr lang="ja-JP" altLang="en-US" b="1" dirty="0"/>
              <a:t>新ケース作成、既存解析呼び出し</a:t>
            </a:r>
            <a:endParaRPr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Pre</a:t>
            </a:r>
            <a:r>
              <a:rPr kumimoji="1" lang="ja-JP" altLang="en-US" b="1" dirty="0"/>
              <a:t>タブ</a:t>
            </a:r>
            <a:r>
              <a:rPr kumimoji="1" lang="en-US" altLang="ja-JP" b="1" dirty="0"/>
              <a:t>1</a:t>
            </a:r>
            <a:r>
              <a:rPr kumimoji="1" lang="ja-JP" altLang="en-US" b="1" dirty="0"/>
              <a:t>：解析条件（</a:t>
            </a:r>
            <a:r>
              <a:rPr kumimoji="1" lang="en-US" altLang="ja-JP" b="1" dirty="0"/>
              <a:t>S</a:t>
            </a:r>
            <a:r>
              <a:rPr lang="en-US" altLang="ja-JP" b="1" dirty="0"/>
              <a:t>team or Air , To , Po , P2…)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Pre</a:t>
            </a:r>
            <a:r>
              <a:rPr kumimoji="1" lang="ja-JP" altLang="en-US" b="1" dirty="0"/>
              <a:t>タブ</a:t>
            </a:r>
            <a:r>
              <a:rPr kumimoji="1" lang="en-US" altLang="ja-JP" b="1" dirty="0"/>
              <a:t>2</a:t>
            </a:r>
            <a:r>
              <a:rPr kumimoji="1" lang="ja-JP" altLang="en-US" b="1" dirty="0"/>
              <a:t>：解析格子</a:t>
            </a:r>
            <a:endParaRPr kumimoji="1"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Solve</a:t>
            </a:r>
            <a:r>
              <a:rPr lang="ja-JP" altLang="en-US" b="1" dirty="0"/>
              <a:t>タブ：解析実行、最大反復数、収束判定、収束履歴、、、</a:t>
            </a:r>
            <a:endParaRPr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Post</a:t>
            </a:r>
            <a:r>
              <a:rPr kumimoji="1" lang="ja-JP" altLang="en-US" b="1" dirty="0"/>
              <a:t>タブ</a:t>
            </a:r>
            <a:r>
              <a:rPr kumimoji="1" lang="en-US" altLang="ja-JP" b="1" dirty="0"/>
              <a:t>1</a:t>
            </a:r>
            <a:r>
              <a:rPr kumimoji="1" lang="ja-JP" altLang="en-US" b="1" dirty="0"/>
              <a:t>：グラフ</a:t>
            </a:r>
            <a:endParaRPr kumimoji="1"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Post</a:t>
            </a:r>
            <a:r>
              <a:rPr lang="ja-JP" altLang="en-US" b="1" dirty="0"/>
              <a:t>タブ</a:t>
            </a:r>
            <a:r>
              <a:rPr lang="en-US" altLang="ja-JP" b="1" dirty="0"/>
              <a:t>2</a:t>
            </a:r>
            <a:r>
              <a:rPr lang="ja-JP" altLang="en-US" b="1" dirty="0"/>
              <a:t>：解析結果表</a:t>
            </a:r>
            <a:endParaRPr kumimoji="1"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1694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190</Words>
  <Application>Microsoft Office PowerPoint</Application>
  <PresentationFormat>ワイド画面</PresentationFormat>
  <Paragraphs>20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Simulator Specification of Supersonic Atomizer</vt:lpstr>
      <vt:lpstr>Analysis System</vt:lpstr>
      <vt:lpstr>Technical Term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hideki ono</dc:creator>
  <cp:lastModifiedBy>hideki ono</cp:lastModifiedBy>
  <cp:revision>4</cp:revision>
  <dcterms:created xsi:type="dcterms:W3CDTF">2026-04-03T21:56:30Z</dcterms:created>
  <dcterms:modified xsi:type="dcterms:W3CDTF">2026-04-06T11:34:50Z</dcterms:modified>
</cp:coreProperties>
</file>