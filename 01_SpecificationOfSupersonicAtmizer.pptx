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B5C83-8580-14A7-475C-CB2E3E8A4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85AEBA-DD04-40E9-9569-CA4E0927D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C04B2-3424-CE29-EAA6-14F350ED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D5D62A-E3DB-260B-2831-38CBC3F0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8E238E-261C-B5B4-8410-31D37C7A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643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1320B-60C8-DDCB-9578-45D16436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6" y="87724"/>
            <a:ext cx="11733087" cy="497904"/>
          </a:xfrm>
        </p:spPr>
        <p:txBody>
          <a:bodyPr/>
          <a:lstStyle>
            <a:lvl1pPr>
              <a:defRPr sz="2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88C799-6A1A-3EAE-6A26-55031187E512}"/>
              </a:ext>
            </a:extLst>
          </p:cNvPr>
          <p:cNvCxnSpPr/>
          <p:nvPr userDrawn="1"/>
        </p:nvCxnSpPr>
        <p:spPr>
          <a:xfrm>
            <a:off x="164387" y="585628"/>
            <a:ext cx="117330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0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4316C-DEAC-4D3F-4BBF-DD5EAD93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968394-D653-9BBA-65D6-A9C9BD2FE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9CDC3B-C104-8C14-881A-A8F859D8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5813A8-96BC-1786-64EC-848E6464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06FBE8-2228-BF7D-3AEE-65F29344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37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6E6AB-7038-66D7-980A-509E7B228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E7D058-582D-8B0D-5D49-FC2F32890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77BC41-F832-8F67-B5CE-365C998A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EA0FE6-7380-F559-96C0-8CB9FD55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28EC73-FA1F-C1D6-6F69-A7FF0CB7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206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0861C-295E-778F-B0C5-F73DE6D2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5850E9-B4FA-5AC9-4B4E-134E21B1F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ABD5CE-943A-E60A-16D8-1585F2D1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9EBEDF-38BA-5738-F2E8-B5AABA54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F14163-4056-B02D-1D08-7BB65AC18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4DFD57-C140-1E54-95D9-84052499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41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38E88F-0125-B027-F74C-D129FB97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9550B3-E6A9-E6AE-A4A0-6B8BFC22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9DC6A9-F96F-8D6E-E626-F6B3250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A4CEBBB-79D9-647F-611B-9A744490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65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36F6E0-188E-7A71-8448-B22B9E1C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EB18CB-F4EB-5EA1-CD62-5F12FAC2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7ABE81-09CF-4B21-C1F0-102B357A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39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4BB45-0E9B-7A54-0D60-04E77C76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4D80D5-C09C-7A26-9B8D-BDF72C18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9292C-3449-D6FF-9178-54D13159C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371088-58CA-DC34-4786-1B517B54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E75268-FB00-8D3B-F24C-67741FF6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4C7202-C12B-7488-B640-717DFE36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18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198460-FFFA-1425-AC2E-0710DCDE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EB27AD-09FA-F5CC-DFBF-AC9B6E750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6260FE-C2B4-D38E-8A72-D3E9E4FA9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6DED60-D4C2-CE15-36EF-C9489505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40B32A-BEB0-9737-01C6-89588FB96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0BEFAC-7212-7E50-ECFC-2C7D139E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07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0A1BC9-A38F-4334-F630-FE350814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3D5D0D-B112-ED3D-0A02-A01156A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D8E254-F66C-63FC-0A39-FE40B135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5D89AA-5A4D-8B84-0E72-8C2E9A9B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F67E48-07DA-C0EF-4E8E-B59521CC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39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56EB78-C128-A540-81AE-B1C07AE86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D48E44-819F-03B6-5A0C-8E2A3C2BF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45CF3D-5AC9-5ADD-3531-899AFC34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91A85A-D8A4-7B2E-E641-F315C72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28208-0178-9902-4017-677C8DE09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752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141582-1BA5-5D52-6976-DC27D77D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55980B-3CE6-80AD-A263-199B439EF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EC311E-2EC5-83B4-35EB-0132F442F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1A226-969D-437D-BE00-296B19C99A01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3F449D-9351-A56B-F0AF-CFA886798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BDB89D-7FBB-9D50-7602-377D4F392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3DB34-8AC3-4E3C-BEDA-D805C0DFF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27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3DD1E5-736B-D180-F868-E82E6E534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Simulator Specification of Supersonic Atomizer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272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EE68A60F-C7CC-FCC1-789D-97CC27C1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9690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056B3-C196-8C7B-E959-AF9834EE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Technical Term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1694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Simulator Specification of Supersonic Atomizer</vt:lpstr>
      <vt:lpstr>PowerPoint プレゼンテーション</vt:lpstr>
      <vt:lpstr>Technical Term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hideki ono</dc:creator>
  <cp:lastModifiedBy>hideki ono</cp:lastModifiedBy>
  <cp:revision>3</cp:revision>
  <dcterms:created xsi:type="dcterms:W3CDTF">2026-04-03T21:56:30Z</dcterms:created>
  <dcterms:modified xsi:type="dcterms:W3CDTF">2026-04-03T22:04:55Z</dcterms:modified>
</cp:coreProperties>
</file>